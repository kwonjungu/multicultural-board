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9169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>
                <a:solidFill>
                  <a:srgbClr val="111827"/>
                </a:solidFill>
                <a:latin typeface="맑은 고딕"/>
              </a:rPr>
              <a:t>꿀벌 소통창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맑은 고딕"/>
              </a:rPr>
              <a:t>선생님용 사용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다문화 학급을 위한 실시간 다국어 소통 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기능별 따라하기 · 15개 언어 자동 번역 · 음성 읽기 · AI 글자 인식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맑은 고딕"/>
              </a:rPr>
              <a:t>📑 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아래 8개 장으로 구성되어 있어요. 필요한 부분만 골라 보셔도 좋아요.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29968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116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시작하기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774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방 만들기 · 학생 초대 · 접속하기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029968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2996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0116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보드 둘러보기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3774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카드 · 색상 · 실시간 업데이트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264408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644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2461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카드 작성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6118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글 · 사진 · 음성 녹음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06324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3264408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644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2461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번역과 음성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6118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15개 언어 자동 번역 · TTS 듣기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4498848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988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4805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의견 나누기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8463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🌳 나무 소통방 · 비공개 의견 모으기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29768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92240" y="4498848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4988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4805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학급 활동지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8463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📷 사진 한 장으로 AI 글자 추출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53212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4400" y="5733288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73328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5715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소통의 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60807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🎮 10가지 짝 맞추기·퀴즈 게임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553212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92240" y="5733288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73328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5715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내보내기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60807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🖼 보드 이미지 · 📄 PDF · 📊 CSV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Chapter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이 앱은 어떤 앱인가요?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137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다문화 학급에서 언어의 벽 없이 소통할 수 있게 해주는 보드 앱입니다.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맑은 고딕"/>
              </a:rPr>
              <a:t>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맑은 고딕"/>
              </a:rPr>
              <a:t>15개 언어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한국어·영어·중국어·베트남어·일본어 외 10개 언어 자동 번역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맑은 고딕"/>
              </a:rPr>
              <a:t>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468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맑은 고딕"/>
              </a:rPr>
              <a:t>음성으로 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260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읽지 못하는 글도 소리로 들을 수 있어 모든 학생이 참여 가능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7373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맑은 고딕"/>
              </a:rP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68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맑은 고딕"/>
              </a:rPr>
              <a:t>쉬운 작성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260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텍스트·사진·녹음·활동지 촬영 — 스마트폰만으로 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맑은 고딕"/>
              </a:rPr>
              <a:t>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맑은 고딕"/>
              </a:rPr>
              <a:t>의견 모으기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선생님이 주제를 내면 학생들이 비공개로 답을 올리고 나무 열매로 공개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06908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2519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맑은 고딕"/>
              </a:rPr>
              <a:t>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9834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맑은 고딕"/>
              </a:rPr>
              <a:t>재미있는 게임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4406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10가지 미니 게임으로 다른 언어를 놀이처럼 익혀요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06908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2519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맑은 고딕"/>
              </a:rPr>
              <a:t>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9834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맑은 고딕"/>
              </a:rPr>
              <a:t>한 장으로 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4406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하루 활동을 이미지·PDF·CSV로 내려받아 기록 보관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0">
                <a:solidFill>
                  <a:srgbClr val="111827"/>
                </a:solidFill>
                <a:latin typeface="맑은 고딕"/>
              </a:rPr>
              <a:t>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11827"/>
                </a:solidFill>
                <a:latin typeface="맑은 고딕"/>
              </a:rPr>
              <a:t>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</a:rPr>
              <a:t>방을 만들고 학생을 초대하는 첫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새 방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137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선생님이 먼저 방을 만들고, 학생에게 방 코드를 공유합니다.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17904"/>
            <a:ext cx="6035040" cy="4114800"/>
          </a:xfrm>
          <a:prstGeom prst="roundRect">
            <a:avLst>
              <a:gd name="adj" fmla="val 3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6035040" cy="274320"/>
          </a:xfrm>
          <a:prstGeom prst="roundRect">
            <a:avLst>
              <a:gd name="adj" fmla="val 3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36192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3619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1536192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37360"/>
            <a:ext cx="603504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맑은 고딕"/>
              </a:rPr>
              <a:t>꿀벌 소통창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전 세계 어디든, 꿀벌처럼 소식을 나눠요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429768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42976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➕  새 방 만들기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493776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4937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맑은 고딕"/>
              </a:rPr>
              <a:t>🔑  방 코드 입력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463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맑은 고딕"/>
              </a:rPr>
              <a:t>✅ 이렇게 하세요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20116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011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99339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앱 접속하기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30428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인터넷 주소(URL)로 접속하면 꿀벌 마스코트가 있는 첫 화면이 뜹니다.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0" y="297180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9535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‘새 방 만들기’ 버튼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26440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꿀색 버튼을 누르면 오늘의 주제·방 이름을 입력하는 화면이 나옵니다.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0" y="39319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931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91363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주제 입력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22452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예: ‘우리 반 자기소개’ · ‘오늘 점심 후기’처럼 간단한 문장이 좋습니다.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0" y="489204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892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87375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방 코드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518464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화면에 6자리 코드가 뜹니다. 이것을 학생들에게 알려주세요.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760720"/>
            <a:ext cx="11094415" cy="7772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83387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맑은 고딕"/>
              </a:rPr>
              <a:t>💡  TIP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맑은 고딕"/>
              </a:rPr>
              <a:t>첫 화면에서는 로그인 없이 바로 시작할 수 있어요. 방 코드만 있으면 누구든 들어올 수 있습니다.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학생 초대하기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137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학생은 휴대폰으로 같은 사이트에 접속해 방 코드를 입력합니다.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17904"/>
            <a:ext cx="6035040" cy="4114800"/>
          </a:xfrm>
          <a:prstGeom prst="roundRect">
            <a:avLst>
              <a:gd name="adj" fmla="val 3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6035040" cy="274320"/>
          </a:xfrm>
          <a:prstGeom prst="roundRect">
            <a:avLst>
              <a:gd name="adj" fmla="val 3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36192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3619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1536192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37360"/>
            <a:ext cx="603504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맑은 고딕"/>
              </a:rPr>
              <a:t>꿀벌 소통창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전 세계 어디든, 꿀벌처럼 소식을 나눠요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429768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42976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➕  새 방 만들기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493776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4937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맑은 고딕"/>
              </a:rPr>
              <a:t>🔑  방 코드 입력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463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맑은 고딕"/>
              </a:rPr>
              <a:t>✅ 이렇게 하세요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20116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011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99339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사이트 주소 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30428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주소를 QR코드로 만들거나 칠판에 적어 주세요.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0" y="297180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9535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‘방 코드 입력’ 선택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26440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학생은 첫 화면에서 하얀색 ‘방 코드 입력’을 누릅니다.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0" y="39319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931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91363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이름·국기 고르기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22452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학생이 자기 이름과 모국어 국기를 한 번 고릅니다.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0" y="489204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892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87375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보드 입장 완료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518464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완료하면 바로 보드가 열립니다. 카드를 써서 올릴 수 있어요.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760720"/>
            <a:ext cx="11094415" cy="7772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83387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맑은 고딕"/>
              </a:rPr>
              <a:t>💡  TIP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맑은 고딕"/>
              </a:rPr>
              <a:t>방 코드는 대문자·소문자를 구분하지 않아 편합니다. 공백만 주의해 주세요.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0">
                <a:solidFill>
                  <a:srgbClr val="111827"/>
                </a:solidFill>
                <a:latin typeface="맑은 고딕"/>
              </a:rPr>
              <a:t>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11827"/>
                </a:solidFill>
                <a:latin typeface="맑은 고딕"/>
              </a:rPr>
              <a:t>보드 둘러보기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</a:rPr>
              <a:t>카드가 실시간으로 쌓이는 소통 공간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보드 화면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137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위쪽에 방 이름과 주요 버튼, 아래쪽에 학생들이 올린 카드들이 보입니다.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17904"/>
            <a:ext cx="6035040" cy="4114800"/>
          </a:xfrm>
          <a:prstGeom prst="roundRect">
            <a:avLst>
              <a:gd name="adj" fmla="val 3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6035040" cy="274320"/>
          </a:xfrm>
          <a:prstGeom prst="roundRect">
            <a:avLst>
              <a:gd name="adj" fmla="val 3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36192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3619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1536192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37360"/>
            <a:ext cx="603504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6035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847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🐝 우리반 소통창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874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방 코드: ABC123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186537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18653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맑은 고딕"/>
              </a:rPr>
              <a:t>🎮 게임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86537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5B5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86537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➕ 카드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186537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186537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맑은 고딕"/>
              </a:rPr>
              <a:t>⬇ 내보내기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246888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맑은 고딕"/>
              </a:rPr>
              <a:t>🇰🇷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맑은 고딕"/>
              </a:rPr>
              <a:t>안녕하세요!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맑은 고딕"/>
              </a:rPr>
              <a:t>학생1 · 방금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246888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4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맑은 고딕"/>
              </a:rPr>
              <a:t>🇻🇳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맑은 고딕"/>
              </a:rPr>
              <a:t>Xin chào!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맑은 고딕"/>
              </a:rPr>
              <a:t>학생1 · 방금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246888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맑은 고딕"/>
              </a:rPr>
              <a:t>🇨🇳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맑은 고딕"/>
              </a:rPr>
              <a:t>你好!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맑은 고딕"/>
              </a:rPr>
              <a:t>학생1 · 방금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246888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맑은 고딕"/>
              </a:rPr>
              <a:t>🇺🇸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맑은 고딕"/>
              </a:rPr>
              <a:t>Hello!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맑은 고딕"/>
              </a:rPr>
              <a:t>학생1 · 방금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9520" y="246888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맑은 고딕"/>
              </a:rPr>
              <a:t>🇯🇵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맑은 고딕"/>
              </a:rPr>
              <a:t>こんにちは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맑은 고딕"/>
              </a:rPr>
              <a:t>학생1 · 방금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393192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3434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맑은 고딕"/>
              </a:rPr>
              <a:t>🎙 음성 메모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14600" y="393192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43434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맑은 고딕"/>
              </a:rPr>
              <a:t>📷 사진 카드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06240" y="393192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EFE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43434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맑은 고딕"/>
              </a:rPr>
              <a:t>활동지 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1463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맑은 고딕"/>
              </a:rPr>
              <a:t>✅ 이렇게 하세요</a:t>
            </a:r>
          </a:p>
        </p:txBody>
      </p:sp>
      <p:sp>
        <p:nvSpPr>
          <p:cNvPr id="50" name="Oval 49"/>
          <p:cNvSpPr/>
          <p:nvPr/>
        </p:nvSpPr>
        <p:spPr>
          <a:xfrm>
            <a:off x="6858000" y="20116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2011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199339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보드 제목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30428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방 이름과 코드가 왼쪽 위에 표시돼요. 수업 중 늘 보여서 편리해요.</a:t>
            </a:r>
          </a:p>
        </p:txBody>
      </p:sp>
      <p:sp>
        <p:nvSpPr>
          <p:cNvPr id="54" name="Oval 53"/>
          <p:cNvSpPr/>
          <p:nvPr/>
        </p:nvSpPr>
        <p:spPr>
          <a:xfrm>
            <a:off x="6858000" y="297180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29535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카드 추가 버튼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26440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보라색 ‘+ 카드’ 버튼으로 누구나 새 카드를 올릴 수 있어요.</a:t>
            </a:r>
          </a:p>
        </p:txBody>
      </p:sp>
      <p:sp>
        <p:nvSpPr>
          <p:cNvPr id="58" name="Oval 57"/>
          <p:cNvSpPr/>
          <p:nvPr/>
        </p:nvSpPr>
        <p:spPr>
          <a:xfrm>
            <a:off x="6858000" y="39319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0" y="3931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391363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게임·내보내기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422452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오른쪽 위 ‘🎮 게임’과 ‘⬇ 내보내기’로 학급 활동을 더 풍부하게.</a:t>
            </a:r>
          </a:p>
        </p:txBody>
      </p:sp>
      <p:sp>
        <p:nvSpPr>
          <p:cNvPr id="62" name="Oval 61"/>
          <p:cNvSpPr/>
          <p:nvPr/>
        </p:nvSpPr>
        <p:spPr>
          <a:xfrm>
            <a:off x="6858000" y="489204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0" y="4892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487375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실시간 업데이트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518464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새 카드는 모든 학생·선생님 화면에 곧바로 나타납니다.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760720"/>
            <a:ext cx="11094415" cy="7772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583387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맑은 고딕"/>
              </a:rPr>
              <a:t>💡  TIP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맑은 고딕"/>
              </a:rPr>
              <a:t>카드 색깔은 모국어 국기에 따라 조금씩 달라져 누가 올렸는지 직관적으로 구분할 수 있어요.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0">
                <a:solidFill>
                  <a:srgbClr val="111827"/>
                </a:solidFill>
                <a:latin typeface="맑은 고딕"/>
              </a:rPr>
              <a:t>✏️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11827"/>
                </a:solidFill>
                <a:latin typeface="맑은 고딕"/>
              </a:rPr>
              <a:t>카드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</a:rPr>
              <a:t>글·사진·음성을 자유롭게 담는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카드 쓰기 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137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‘+ 카드’를 누르면 작성 창이 뜹니다. 언어·내용·첨부를 순서대로 채우세요.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17904"/>
            <a:ext cx="6035040" cy="4114800"/>
          </a:xfrm>
          <a:prstGeom prst="roundRect">
            <a:avLst>
              <a:gd name="adj" fmla="val 3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6035040" cy="274320"/>
          </a:xfrm>
          <a:prstGeom prst="roundRect">
            <a:avLst>
              <a:gd name="adj" fmla="val 3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36192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3619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1536192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37360"/>
            <a:ext cx="603504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6035040" cy="38404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08760" y="1600200"/>
            <a:ext cx="41148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17830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✏️ 새 카드 만들기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83080" y="2286000"/>
            <a:ext cx="3566160" cy="411480"/>
          </a:xfrm>
          <a:prstGeom prst="roundRect">
            <a:avLst>
              <a:gd name="adj" fmla="val 8000"/>
            </a:avLst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3774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이름 입력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283464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2834640"/>
            <a:ext cx="804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맑은 고딕"/>
              </a:rPr>
              <a:t>🇰🇷 한국어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283464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2834640"/>
            <a:ext cx="804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맑은 고딕"/>
              </a:rPr>
              <a:t>🇻🇳 Tiếng Việt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283464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834640"/>
            <a:ext cx="804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맑은 고딕"/>
              </a:rPr>
              <a:t>🇨🇳 中文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83464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834640"/>
            <a:ext cx="804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맑은 고딕"/>
              </a:rPr>
              <a:t>🇺🇸 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83080" y="3337560"/>
            <a:ext cx="3566160" cy="1188720"/>
          </a:xfrm>
          <a:prstGeom prst="roundRect">
            <a:avLst>
              <a:gd name="adj" fmla="val 8000"/>
            </a:avLst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429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내용을 입력하세요...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83080" y="4663440"/>
            <a:ext cx="1143000" cy="41148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46634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맑은 고딕"/>
              </a:rPr>
              <a:t>📷 사진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0" y="4663440"/>
            <a:ext cx="1143000" cy="41148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46634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맑은 고딕"/>
              </a:rPr>
              <a:t>🎙 녹음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4663440"/>
            <a:ext cx="1143000" cy="41148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46634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맑은 고딕"/>
              </a:rPr>
              <a:t>🖼 활동지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83080" y="5166360"/>
            <a:ext cx="3566160" cy="41148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83080" y="51663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카드 올리기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1463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맑은 고딕"/>
              </a:rPr>
              <a:t>✅ 이렇게 하세요</a:t>
            </a:r>
          </a:p>
        </p:txBody>
      </p:sp>
      <p:sp>
        <p:nvSpPr>
          <p:cNvPr id="38" name="Oval 37"/>
          <p:cNvSpPr/>
          <p:nvPr/>
        </p:nvSpPr>
        <p:spPr>
          <a:xfrm>
            <a:off x="6858000" y="20116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2011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199339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이름 입력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230428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학생 이름이 자동으로 들어가 있어요. 다르게 나오길 원하면 바꿔 주세요.</a:t>
            </a:r>
          </a:p>
        </p:txBody>
      </p:sp>
      <p:sp>
        <p:nvSpPr>
          <p:cNvPr id="42" name="Oval 41"/>
          <p:cNvSpPr/>
          <p:nvPr/>
        </p:nvSpPr>
        <p:spPr>
          <a:xfrm>
            <a:off x="6858000" y="297180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29535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모국어 국기 선택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326440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처음 한 번 고르면 그 후에는 자동 기억됩니다.</a:t>
            </a:r>
          </a:p>
        </p:txBody>
      </p:sp>
      <p:sp>
        <p:nvSpPr>
          <p:cNvPr id="46" name="Oval 45"/>
          <p:cNvSpPr/>
          <p:nvPr/>
        </p:nvSpPr>
        <p:spPr>
          <a:xfrm>
            <a:off x="6858000" y="39319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3931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391363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내용 입력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422452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평소 쓰는 언어로 그냥 쓰면, 다른 학생에게는 번역되어 보입니다.</a:t>
            </a:r>
          </a:p>
        </p:txBody>
      </p:sp>
      <p:sp>
        <p:nvSpPr>
          <p:cNvPr id="50" name="Oval 49"/>
          <p:cNvSpPr/>
          <p:nvPr/>
        </p:nvSpPr>
        <p:spPr>
          <a:xfrm>
            <a:off x="6858000" y="489204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4892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487375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사진·녹음·활동지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518464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아래 세 버튼으로 원하는 자료를 첨부할 수 있어요.</a:t>
            </a:r>
          </a:p>
        </p:txBody>
      </p:sp>
      <p:sp>
        <p:nvSpPr>
          <p:cNvPr id="54" name="Oval 53"/>
          <p:cNvSpPr/>
          <p:nvPr/>
        </p:nvSpPr>
        <p:spPr>
          <a:xfrm>
            <a:off x="6858000" y="58521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0" y="58521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58338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‘카드 올리기’ 누르기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614476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꿀색 버튼을 누르면 보드에 바로 올라갑니다.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760720"/>
            <a:ext cx="11094415" cy="7772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83387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맑은 고딕"/>
              </a:rPr>
              <a:t>💡  TIP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맑은 고딕"/>
              </a:rPr>
              <a:t>사진은 자동으로 압축되어 빠르게 올라갑니다. 녹음은 60초까지 지원해요.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0">
                <a:solidFill>
                  <a:srgbClr val="111827"/>
                </a:solidFill>
                <a:latin typeface="맑은 고딕"/>
              </a:rPr>
              <a:t>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Chapter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11827"/>
                </a:solidFill>
                <a:latin typeface="맑은 고딕"/>
              </a:rPr>
              <a:t>번역과 음성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</a:rPr>
              <a:t>15개 언어를 자유롭게 오가는 소통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Chapter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지원하는 15개 언어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137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학생이 자기 모국어로 쓰면 다른 학생 화면에는 자동으로 번역되어 보입니다.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🇰🇷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한국어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55448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6916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🇻🇳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377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Tiếng Việt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55448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6916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🇨🇳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377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中文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55448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6916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🇺🇸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377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English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155448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6916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🇯🇵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377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日本語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01752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154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🇵🇭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Filipino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301752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3154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🇹🇭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ภาษาไทย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301752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3154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🇲🇳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Монгол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301752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3154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🇺🇿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O'zbek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301752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3154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🇷🇺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Русский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48056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6177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🇮🇩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03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Bahasa Indonesia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71800" y="448056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71800" y="46177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🇰🇭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5303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ខ្មែរ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0" y="448056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46177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🇲🇲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5303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မြန်မာ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35240" y="448056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46177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🇳🇵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5303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नेपाली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66960" y="448056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60" y="46177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맑은 고딕"/>
              </a:rPr>
              <a:t>🇮🇳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5303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हिन्दी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66928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0" y="576072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한 번 올린 카드를 학생마다 다른 언어로 자동 표시 · 읽기 어려운 글자는 🔊 버튼으로 음성으로 들을 수 있어요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0">
                <a:solidFill>
                  <a:srgbClr val="111827"/>
                </a:solidFill>
                <a:latin typeface="맑은 고딕"/>
              </a:rPr>
              <a:t>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Chapter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11827"/>
                </a:solidFill>
                <a:latin typeface="맑은 고딕"/>
              </a:rPr>
              <a:t>의견 나누기 — 나무 소통방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</a:rPr>
              <a:t>선생님이 질문하면 학생이 비공개로 답하고, 함께 열매로 공개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Chapter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나무 소통방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137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선생님만 쓸 수 있는 기능입니다. ‘소통방’ 버튼으로 질문을 던져 보세요.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17904"/>
            <a:ext cx="6035040" cy="4114800"/>
          </a:xfrm>
          <a:prstGeom prst="roundRect">
            <a:avLst>
              <a:gd name="adj" fmla="val 3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6035040" cy="274320"/>
          </a:xfrm>
          <a:prstGeom prst="roundRect">
            <a:avLst>
              <a:gd name="adj" fmla="val 3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36192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3619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1536192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37360"/>
            <a:ext cx="603504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603504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828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맑은 고딕"/>
              </a:rPr>
              <a:t>🌳 의견 나무 · 오늘 가장 기억에 남는 것은?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828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맑은 고딕"/>
              </a:rPr>
              <a:t>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4389120"/>
            <a:ext cx="274320" cy="1188720"/>
          </a:xfrm>
          <a:prstGeom prst="rect">
            <a:avLst/>
          </a:prstGeom>
          <a:solidFill>
            <a:srgbClr val="925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89904" y="3931920"/>
            <a:ext cx="548640" cy="54864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70370" y="4862992"/>
            <a:ext cx="548640" cy="54864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91840" y="5248656"/>
            <a:ext cx="548640" cy="548640"/>
          </a:xfrm>
          <a:prstGeom prst="ellipse">
            <a:avLst/>
          </a:prstGeom>
          <a:solidFill>
            <a:srgbClr val="FBBF2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13310" y="4862992"/>
            <a:ext cx="548640" cy="54864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3776" y="3931920"/>
            <a:ext cx="548640" cy="548640"/>
          </a:xfrm>
          <a:prstGeom prst="ellipse">
            <a:avLst/>
          </a:prstGeom>
          <a:solidFill>
            <a:srgbClr val="5B57F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13310" y="3000848"/>
            <a:ext cx="548640" cy="548640"/>
          </a:xfrm>
          <a:prstGeom prst="ellipse">
            <a:avLst/>
          </a:prstGeom>
          <a:solidFill>
            <a:srgbClr val="EC489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91840" y="2615184"/>
            <a:ext cx="548640" cy="54864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70370" y="3000848"/>
            <a:ext cx="548640" cy="54864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384048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463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맑은 고딕"/>
              </a:rPr>
              <a:t>✅ 이렇게 하세요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20116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011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199339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주제 입력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30428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예: ‘오늘 가장 기억에 남는 것은?’ 같은 열린 질문이 좋아요.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0" y="297180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9535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학생이 비공개로 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26440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학생 답은 잠금 아이콘이 붙어 있어 다른 학생에게 보이지 않아요.</a:t>
            </a:r>
          </a:p>
        </p:txBody>
      </p:sp>
      <p:sp>
        <p:nvSpPr>
          <p:cNvPr id="36" name="Oval 35"/>
          <p:cNvSpPr/>
          <p:nvPr/>
        </p:nvSpPr>
        <p:spPr>
          <a:xfrm>
            <a:off x="6858000" y="39319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3931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91363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‘다 같이 열기’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22452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선생님이 열면 학생들의 답이 열매가 되어 나무에 한꺼번에 열립니다.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0" y="489204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4892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487375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열매 클릭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18464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어느 열매든 눌러 해당 의견을 모두에게 보여줄 수 있습니다.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760720"/>
            <a:ext cx="11094415" cy="7772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3387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맑은 고딕"/>
              </a:rPr>
              <a:t>💡  TIP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맑은 고딕"/>
              </a:rPr>
              <a:t>감정·소감·한마디처럼 짧은 대답이 어울려요. 긴 토론은 일반 카드를 쓰시길 권해요.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0">
                <a:solidFill>
                  <a:srgbClr val="111827"/>
                </a:solidFill>
                <a:latin typeface="맑은 고딕"/>
              </a:rPr>
              <a:t>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Chapter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11827"/>
                </a:solidFill>
                <a:latin typeface="맑은 고딕"/>
              </a:rPr>
              <a:t>학급 활동지 촬영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</a:rPr>
              <a:t>사진 한 장으로 손글씨·프린트를 글자로 바꿔요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Chapter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활동지 올리기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137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카드 작성 창에서 ‘🖼 활동지’를 누르면 AI가 사진 속 글자를 자동으로 읽어 줍니다.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17904"/>
            <a:ext cx="6035040" cy="4114800"/>
          </a:xfrm>
          <a:prstGeom prst="roundRect">
            <a:avLst>
              <a:gd name="adj" fmla="val 3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6035040" cy="274320"/>
          </a:xfrm>
          <a:prstGeom prst="roundRect">
            <a:avLst>
              <a:gd name="adj" fmla="val 3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36192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3619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1536192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37360"/>
            <a:ext cx="603504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80160" y="219456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560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맑은 고딕"/>
              </a:rPr>
              <a:t>🖼 학급 활동지 사진 올리기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320040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FAFB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566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맑은 고딕"/>
              </a:rPr>
              <a:t>📷  사진을 여기에 놓으세요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023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JPG · PNG · HEIC 지원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37360" y="4754880"/>
            <a:ext cx="3657600" cy="5029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7548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✨ AI로 글자 추출하기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463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맑은 고딕"/>
              </a:rPr>
              <a:t>✅ 이렇게 하세요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20116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011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99339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활동지를 찍거나 선택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30428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인쇄물·공책·판서 사진 어떤 것도 가능합니다.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0" y="297180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9535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AI가 글자 인식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26440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사진을 올린 뒤 ‘✨ AI로 글자 추출하기’를 누르면 잠시 후 텍스트가 나타납니다.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0" y="39319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931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91363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필요한 부분만 수정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22452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인식이 애매한 부분은 손으로 고쳐도 돼요.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0" y="489204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892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87375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카드로 올리기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518464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그대로 카드에 담으면 다른 언어로도 번역되어 모두가 볼 수 있어요.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760720"/>
            <a:ext cx="11094415" cy="7772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83387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맑은 고딕"/>
              </a:rPr>
              <a:t>💡  TIP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맑은 고딕"/>
              </a:rPr>
              <a:t>글씨는 정면에서 밝게 찍으면 인식률이 훨씬 좋아집니다. 너무 작은 글씨는 살짝 확대해 주세요.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0">
                <a:solidFill>
                  <a:srgbClr val="111827"/>
                </a:solidFill>
                <a:latin typeface="맑은 고딕"/>
              </a:rPr>
              <a:t>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Chapter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11827"/>
                </a:solidFill>
                <a:latin typeface="맑은 고딕"/>
              </a:rPr>
              <a:t>소통의 방 — 10가지 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</a:rPr>
              <a:t>언어를 놀이처럼 — 2개 언어를 고르면 함께 표시됩니다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Chapter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소통의 방 · 10가지 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137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게임을 시작할 때 2개 언어를 고르면, 두 언어로 같이 나옵니다.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194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111827"/>
                </a:solidFill>
                <a:latin typeface="맑은 고딕"/>
              </a:rPr>
              <a:t>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나라 맞히기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국기를 보고 나라 이름 고르기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554480"/>
            <a:ext cx="2194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783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111827"/>
                </a:solidFill>
                <a:latin typeface="맑은 고딕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697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단어 기억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089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같은 뜻의 카드 짝 맞추기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554480"/>
            <a:ext cx="2194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783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111827"/>
                </a:solidFill>
                <a:latin typeface="맑은 고딕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697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틀린 그림 찾기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1089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두 그림에서 다른 곳 찾기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1554480"/>
            <a:ext cx="2194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783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111827"/>
                </a:solidFill>
                <a:latin typeface="맑은 고딕"/>
              </a:rPr>
              <a:t>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697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문화 퍼즐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1089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한복·쌀국수·게르 조각 맞추기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1554480"/>
            <a:ext cx="2194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17830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111827"/>
                </a:solidFill>
                <a:latin typeface="맑은 고딕"/>
              </a:rPr>
              <a:t>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697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인사말 릴레이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1089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들은 인사말 같은 뜻 고르기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77640"/>
            <a:ext cx="2194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062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111827"/>
                </a:solidFill>
                <a:latin typeface="맑은 고딕"/>
              </a:rPr>
              <a:t>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120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그림 맞히기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5321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꿀벌 그림 보고 단어 맞히기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3977640"/>
            <a:ext cx="2194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42062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111827"/>
                </a:solidFill>
                <a:latin typeface="맑은 고딕"/>
              </a:rPr>
              <a:t>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120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숫자 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5321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30초 안에 숫자 빨리 누르기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3977640"/>
            <a:ext cx="2194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42062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111827"/>
                </a:solidFill>
                <a:latin typeface="맑은 고딕"/>
              </a:rPr>
              <a:t>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5120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감정 퀴즈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55321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상황에 맞는 이모지 고르기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3977640"/>
            <a:ext cx="2194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800" y="42062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111827"/>
                </a:solidFill>
                <a:latin typeface="맑은 고딕"/>
              </a:rPr>
              <a:t>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120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시장 역할극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5321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대화 상황에 맞게 답하기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75520" y="3977640"/>
            <a:ext cx="2194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0" y="42062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111827"/>
                </a:solidFill>
                <a:latin typeface="맑은 고딕"/>
              </a:rPr>
              <a:t>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12680" y="5120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맑은 고딕"/>
              </a:rPr>
              <a:t>단어 타워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5321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맞히면 꿀단지 쌓기 / 3번 틀리면 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0">
                <a:solidFill>
                  <a:srgbClr val="111827"/>
                </a:solidFill>
                <a:latin typeface="맑은 고딕"/>
              </a:rPr>
              <a:t>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Chapter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11827"/>
                </a:solidFill>
                <a:latin typeface="맑은 고딕"/>
              </a:rPr>
              <a:t>내보내기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</a:rPr>
              <a:t>오늘 활동을 한 장의 이미지·파일로 남겨요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Chapter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보드 내보내기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137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오른쪽 위 ‘⬇ 내보내기’에서 원하는 형식을 고르면 즉시 다운로드됩니다.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17904"/>
            <a:ext cx="6035040" cy="4114800"/>
          </a:xfrm>
          <a:prstGeom prst="roundRect">
            <a:avLst>
              <a:gd name="adj" fmla="val 3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6035040" cy="274320"/>
          </a:xfrm>
          <a:prstGeom prst="roundRect">
            <a:avLst>
              <a:gd name="adj" fmla="val 3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36192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53619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1536192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37360"/>
            <a:ext cx="603504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6035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847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🐝 우리반 소통창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874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방 코드: ABC123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186537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18653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맑은 고딕"/>
              </a:rPr>
              <a:t>🎮 게임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86537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5B5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86537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➕ 카드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186537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186537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맑은 고딕"/>
              </a:rPr>
              <a:t>⬇ 내보내기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246888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맑은 고딕"/>
              </a:rPr>
              <a:t>🇰🇷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맑은 고딕"/>
              </a:rPr>
              <a:t>안녕하세요!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맑은 고딕"/>
              </a:rPr>
              <a:t>학생1 · 방금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246888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4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맑은 고딕"/>
              </a:rPr>
              <a:t>🇻🇳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맑은 고딕"/>
              </a:rPr>
              <a:t>Xin chào!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맑은 고딕"/>
              </a:rPr>
              <a:t>학생1 · 방금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246888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맑은 고딕"/>
              </a:rPr>
              <a:t>🇨🇳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맑은 고딕"/>
              </a:rPr>
              <a:t>你好!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맑은 고딕"/>
              </a:rPr>
              <a:t>학생1 · 방금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246888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맑은 고딕"/>
              </a:rPr>
              <a:t>🇺🇸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맑은 고딕"/>
              </a:rPr>
              <a:t>Hello!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맑은 고딕"/>
              </a:rPr>
              <a:t>학생1 · 방금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9520" y="246888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맑은 고딕"/>
              </a:rPr>
              <a:t>🇯🇵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맑은 고딕"/>
              </a:rPr>
              <a:t>こんにちは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맑은 고딕"/>
              </a:rPr>
              <a:t>학생1 · 방금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393192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3434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맑은 고딕"/>
              </a:rPr>
              <a:t>🎙 음성 메모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14600" y="393192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43434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맑은 고딕"/>
              </a:rPr>
              <a:t>📷 사진 카드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06240" y="393192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EFE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43434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맑은 고딕"/>
              </a:rPr>
              <a:t>활동지 🖼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0" y="2240280"/>
            <a:ext cx="27432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0" y="2377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맑은 고딕"/>
              </a:rPr>
              <a:t>🖼  보드 전체 이미지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28346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맑은 고딕"/>
              </a:rPr>
              <a:t>📄  PDF로 저장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32918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맑은 고딕"/>
              </a:rPr>
              <a:t>🎨  PPT 슬라이드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37490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맑은 고딕"/>
              </a:rPr>
              <a:t>📊  엑셀 CSV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1463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맑은 고딕"/>
              </a:rPr>
              <a:t>✅ 이렇게 하세요</a:t>
            </a:r>
          </a:p>
        </p:txBody>
      </p:sp>
      <p:sp>
        <p:nvSpPr>
          <p:cNvPr id="55" name="Oval 54"/>
          <p:cNvSpPr/>
          <p:nvPr/>
        </p:nvSpPr>
        <p:spPr>
          <a:xfrm>
            <a:off x="6858000" y="20116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0" y="2011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199339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‘⬇ 내보내기’ 누르기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230428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오른쪽 위 하얀 버튼을 누르면 작은 메뉴가 내려와요.</a:t>
            </a:r>
          </a:p>
        </p:txBody>
      </p:sp>
      <p:sp>
        <p:nvSpPr>
          <p:cNvPr id="59" name="Oval 58"/>
          <p:cNvSpPr/>
          <p:nvPr/>
        </p:nvSpPr>
        <p:spPr>
          <a:xfrm>
            <a:off x="6858000" y="297180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29535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형식 고르기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06640" y="326440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이미지·PDF·PPT·CSV 중 하나를 선택합니다.</a:t>
            </a:r>
          </a:p>
        </p:txBody>
      </p:sp>
      <p:sp>
        <p:nvSpPr>
          <p:cNvPr id="63" name="Oval 62"/>
          <p:cNvSpPr/>
          <p:nvPr/>
        </p:nvSpPr>
        <p:spPr>
          <a:xfrm>
            <a:off x="6858000" y="39319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0" y="3931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391363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‘🖼 보드 전체 이미지’ 추천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0" y="422452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학급 게시용으로 가장 깔끔해요. 보드 전체가 한 장으로 저장됩니다.</a:t>
            </a:r>
          </a:p>
        </p:txBody>
      </p:sp>
      <p:sp>
        <p:nvSpPr>
          <p:cNvPr id="67" name="Oval 66"/>
          <p:cNvSpPr/>
          <p:nvPr/>
        </p:nvSpPr>
        <p:spPr>
          <a:xfrm>
            <a:off x="6858000" y="489204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0" y="48920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487375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맑은 고딕"/>
              </a:rPr>
              <a:t>저장 위치 확인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06640" y="518464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브라우저의 ‘다운로드’ 폴더에 파일이 저장됩니다.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640" y="5760720"/>
            <a:ext cx="11094415" cy="7772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583387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맑은 고딕"/>
              </a:rPr>
              <a:t>💡  TIP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맑은 고딕"/>
              </a:rPr>
              <a:t>PDF는 인쇄용, CSV는 엑셀에서 분석할 때, 이미지는 교실 게시판·가정통신문용으로 적합해요.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Chapter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자주 묻는 질문 (FAQ)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137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문제가 생겼을 때 먼저 확인해 보세요.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00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학생이 방에 접속하지 못해요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116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방 코드를 다시 확인하세요. 대문자·소문자는 구분하지 않아요. 인터넷 연결 상태도 확인해주세요.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6459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45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600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번역이 안 나와요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0116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카드를 만들 때 본인의 '원래 언어'를 국기 칩에서 한 번 골라야 다른 학생 화면에서 자동 번역돼요.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5468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3375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291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음성이 안 들려요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033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브라우저에서 소리 권한이 차단된 경우가 있어요. 주소창 왼쪽 자물쇠 아이콘을 눌러 소리를 '허용'으로 바꿔주세요.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15468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33375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3375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291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활동지 사진에서 글자가 잘못 나와요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7033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글씨가 흐리거나 빛 반사가 있을 때 정확도가 떨어집니다. 정면에서 밝게 찍으면 훨씬 좋아요.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4632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50292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983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학생이 카드를 지울 수 있나요?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949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본인이 쓴 카드는 본인이 지울 수 있어요. 선생님은 모든 카드를 관리할 수 있습니다.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84632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55080" y="50292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0292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983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수업이 끝난 뒤 기록을 남기고 싶어요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3949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보드 오른쪽 위 '내보내기' → '🖼 보드 전체 이미지'를 누르면 전체가 한 장으로 저장됩니다.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0">
                <a:solidFill>
                  <a:srgbClr val="111827"/>
                </a:solidFill>
                <a:latin typeface="맑은 고딕"/>
              </a:rPr>
              <a:t>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수고하셨어요!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EF3C7"/>
                </a:solidFill>
                <a:latin typeface="맑은 고딕"/>
              </a:rPr>
              <a:t>오늘도 우리 교실을 따뜻한 꿀벌 소통창으로 채워 주세요.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🐝 꿀벌 소통창 · 선생님용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